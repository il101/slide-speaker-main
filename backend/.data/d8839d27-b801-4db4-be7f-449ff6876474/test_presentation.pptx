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Тестовая презентация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Проверка работы ИИ-Лектора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функции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Автоматическое распознавание текста</a:t>
            </a:r>
          </a:p>
          <a:p>
            <a:r>
              <a:t>• Генерация озвучки</a:t>
            </a:r>
          </a:p>
          <a:p>
            <a:r>
              <a:t>• Создание визуальных эффектов</a:t>
            </a:r>
          </a:p>
          <a:p>
            <a:r>
              <a:t>• Экспорт в MP4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ИИ для анализа контента</a:t>
            </a:r>
          </a:p>
          <a:p>
            <a:r>
              <a:t>• TTS для озвучки</a:t>
            </a:r>
          </a:p>
          <a:p>
            <a:r>
              <a:t>• Computer Vision для эффектов</a:t>
            </a:r>
          </a:p>
          <a:p>
            <a:r>
              <a:t>• Machine Learning для оптимизации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